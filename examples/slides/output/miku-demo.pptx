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-457200"/>
            <a:ext cx="4572000" cy="4572000"/>
          </a:xfrm>
          <a:prstGeom prst="ellipse">
            <a:avLst/>
          </a:prstGeom>
          <a:solidFill>
            <a:srgbClr val="39C5BB">
              <a:alpha val="12000"/>
            </a:srgbClr>
          </a:solidFill>
          <a:ln w="12700">
            <a:solidFill>
              <a:srgbClr val="39C5BB">
                <a:alpha val="1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" y="1188720"/>
            <a:ext cx="2377440" cy="320040"/>
          </a:xfrm>
          <a:prstGeom prst="roundRect">
            <a:avLst>
              <a:gd name="adj" fmla="val 42857"/>
            </a:avLst>
          </a:prstGeom>
          <a:solidFill>
            <a:srgbClr val="FF77AA">
              <a:alpha val="6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18872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SOURCE SKILL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8288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PPT Skills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640080" y="26974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39C5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CJK-aware PPTX Generation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40080" y="3291840"/>
            <a:ext cx="1097280" cy="54864"/>
          </a:xfrm>
          <a:prstGeom prst="rect">
            <a:avLst/>
          </a:prstGeom>
          <a:solidFill>
            <a:srgbClr val="39C5BB"/>
          </a:solidFill>
          <a:ln w="12700">
            <a:solidFill>
              <a:srgbClr val="39C5B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755648" y="3291840"/>
            <a:ext cx="320040" cy="54864"/>
          </a:xfrm>
          <a:prstGeom prst="rect">
            <a:avLst/>
          </a:prstGeom>
          <a:solidFill>
            <a:srgbClr val="FF77AA"/>
          </a:solidFill>
          <a:ln w="12700">
            <a:solidFill>
              <a:srgbClr val="FF77A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3840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FFFD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ppt-skills · github.com/CacinieP/ppt-skills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39C5BB"/>
          </a:solidFill>
          <a:ln w="12700">
            <a:solidFill>
              <a:srgbClr val="39C5B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0" y="73152"/>
            <a:ext cx="9144000" cy="22860"/>
          </a:xfrm>
          <a:prstGeom prst="rect">
            <a:avLst/>
          </a:prstGeom>
          <a:solidFill>
            <a:srgbClr val="FF77AA"/>
          </a:solidFill>
          <a:ln w="12700">
            <a:solidFill>
              <a:srgbClr val="FF77A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0" y="5106924"/>
            <a:ext cx="9144000" cy="36576"/>
          </a:xfrm>
          <a:prstGeom prst="rect">
            <a:avLst/>
          </a:prstGeom>
          <a:solidFill>
            <a:srgbClr val="39C5BB"/>
          </a:solidFill>
          <a:ln w="12700">
            <a:solidFill>
              <a:srgbClr val="39C5BB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64592" cy="164592"/>
          </a:xfrm>
          <a:prstGeom prst="rect">
            <a:avLst/>
          </a:prstGeom>
          <a:solidFill>
            <a:srgbClr val="FF77AA"/>
          </a:solidFill>
          <a:ln w="12700">
            <a:solidFill>
              <a:srgbClr val="FF77A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347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39C5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2179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22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核心能力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98448"/>
            <a:ext cx="822960" cy="45720"/>
          </a:xfrm>
          <a:prstGeom prst="rect">
            <a:avLst/>
          </a:prstGeom>
          <a:solidFill>
            <a:srgbClr val="39C5BB"/>
          </a:solidFill>
          <a:ln w="12700">
            <a:solidFill>
              <a:srgbClr val="39C5B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98448" y="1298448"/>
            <a:ext cx="274320" cy="45720"/>
          </a:xfrm>
          <a:prstGeom prst="rect">
            <a:avLst/>
          </a:prstGeom>
          <a:solidFill>
            <a:srgbClr val="FF77AA"/>
          </a:solidFill>
          <a:ln w="12700">
            <a:solidFill>
              <a:srgbClr val="FF77A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645920"/>
            <a:ext cx="2651760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31520" y="1828800"/>
            <a:ext cx="548640" cy="548640"/>
          </a:xfrm>
          <a:prstGeom prst="ellipse">
            <a:avLst/>
          </a:prstGeom>
          <a:solidFill>
            <a:srgbClr val="E6F8F6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18288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🎨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2468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Editable PPTX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0080" y="288036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970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.pptx output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970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slide images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91840" y="1645920"/>
            <a:ext cx="2651760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566160" y="1828800"/>
            <a:ext cx="548640" cy="548640"/>
          </a:xfrm>
          <a:prstGeom prst="ellipse">
            <a:avLst/>
          </a:prstGeom>
          <a:solidFill>
            <a:srgbClr val="E6F8F6"/>
          </a:solidFill>
          <a:ln/>
        </p:spPr>
      </p:sp>
      <p:sp>
        <p:nvSpPr>
          <p:cNvPr id="14" name="Text 12"/>
          <p:cNvSpPr/>
          <p:nvPr/>
        </p:nvSpPr>
        <p:spPr>
          <a:xfrm>
            <a:off x="3566160" y="18288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CJK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474720" y="2468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Chinese-First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474720" y="288036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970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 YaHei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970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full-width punctuation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126480" y="1645920"/>
            <a:ext cx="2651760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0" y="1828800"/>
            <a:ext cx="548640" cy="548640"/>
          </a:xfrm>
          <a:prstGeom prst="ellipse">
            <a:avLst/>
          </a:prstGeom>
          <a:solidFill>
            <a:srgbClr val="E6F8F6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0" y="18288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🤖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309360" y="2468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Images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309360" y="288036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970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StepFun / MiniMax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970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 ratio matching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57200" y="48234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707B"/>
                </a:solidFill>
              </a:rPr>
              <a:t>PPT Skills · Demo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046720" y="482346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9707B"/>
                </a:solidFill>
              </a:rPr>
              <a:t>2 / 3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39C5BB"/>
          </a:solidFill>
          <a:ln w="12700">
            <a:solidFill>
              <a:srgbClr val="39C5B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73152"/>
            <a:ext cx="9144000" cy="22860"/>
          </a:xfrm>
          <a:prstGeom prst="rect">
            <a:avLst/>
          </a:prstGeom>
          <a:solidFill>
            <a:srgbClr val="FF77AA"/>
          </a:solidFill>
          <a:ln w="12700">
            <a:solidFill>
              <a:srgbClr val="FF77A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5106924"/>
            <a:ext cx="9144000" cy="36576"/>
          </a:xfrm>
          <a:prstGeom prst="rect">
            <a:avLst/>
          </a:prstGeom>
          <a:solidFill>
            <a:srgbClr val="39C5BB"/>
          </a:solidFill>
          <a:ln w="12700">
            <a:solidFill>
              <a:srgbClr val="39C5BB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97280"/>
            <a:ext cx="4572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9C5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Color QA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3200400" y="1097280"/>
            <a:ext cx="4572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77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210312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E8FF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preset palettes pass WCAG AA contrast checks.</a:t>
            </a:r>
            <a:endParaRPr lang="en-US" sz="16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E8FF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 pairs tested. 0 failures.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20040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9C5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640080" y="393192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70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Pairs Tested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383280" y="320040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9C5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3383280" y="393192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70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Presets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126480" y="320040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9C5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6126480" y="393192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70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Failures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39C5BB"/>
          </a:solidFill>
          <a:ln w="12700">
            <a:solidFill>
              <a:srgbClr val="39C5B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0" y="73152"/>
            <a:ext cx="9144000" cy="22860"/>
          </a:xfrm>
          <a:prstGeom prst="rect">
            <a:avLst/>
          </a:prstGeom>
          <a:solidFill>
            <a:srgbClr val="FF77AA"/>
          </a:solidFill>
          <a:ln w="12700">
            <a:solidFill>
              <a:srgbClr val="FF77A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0" y="5106924"/>
            <a:ext cx="9144000" cy="36576"/>
          </a:xfrm>
          <a:prstGeom prst="rect">
            <a:avLst/>
          </a:prstGeom>
          <a:solidFill>
            <a:srgbClr val="39C5BB"/>
          </a:solidFill>
          <a:ln w="12700">
            <a:solidFill>
              <a:srgbClr val="39C5BB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2026-06-09T07:28:11Z</dcterms:created>
  <dcterms:modified xsi:type="dcterms:W3CDTF">2026-06-09T07:28:11Z</dcterms:modified>
</cp:coreProperties>
</file>