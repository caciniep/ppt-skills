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39C5BB">
              <a:alpha val="12000"/>
            </a:srgbClr>
          </a:solidFill>
          <a:ln w="12700">
            <a:solidFill>
              <a:srgbClr val="39C5BB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188720"/>
            <a:ext cx="2377440" cy="320040"/>
          </a:xfrm>
          <a:prstGeom prst="roundRect">
            <a:avLst>
              <a:gd name="adj" fmla="val 42857"/>
            </a:avLst>
          </a:prstGeom>
          <a:solidFill>
            <a:srgbClr val="FF77AA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SKILL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Skills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CJK-aware PPTX Generation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97280" cy="54864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55648" y="3291840"/>
            <a:ext cx="320040" cy="54864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40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FF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ppt-skills · github.com/CacinieP/ppt-skills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73152"/>
            <a:ext cx="9144000" cy="2286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822960" cy="45720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1298448"/>
            <a:ext cx="274320" cy="4572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4592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6F8F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PPTX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880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.pptx output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slide images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164592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66160" y="1828800"/>
            <a:ext cx="548640" cy="548640"/>
          </a:xfrm>
          <a:prstGeom prst="ellipse">
            <a:avLst/>
          </a:prstGeom>
          <a:solidFill>
            <a:srgbClr val="E6F8F6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CJK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Chinese-First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74720" y="2880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YaHei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full-width punctuation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64592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rgbClr val="E6F8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🤖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468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Images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09360" y="2880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StepFun / MiniMax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ratio matching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234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707B"/>
                </a:solidFill>
              </a:rPr>
              <a:t>PPT Skills · Demo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6720" y="48234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707B"/>
                </a:solidFill>
              </a:rPr>
              <a:t>2 / 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73152"/>
            <a:ext cx="9144000" cy="2286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QA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20040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77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E8FF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preset palettes pass WCAG AA contrast checks.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E8FF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pairs tested. 0 failures.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Tested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0" y="32004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0" y="32004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9C5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1264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7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73152"/>
            <a:ext cx="9144000" cy="22860"/>
          </a:xfrm>
          <a:prstGeom prst="rect">
            <a:avLst/>
          </a:prstGeom>
          <a:solidFill>
            <a:srgbClr val="FF77AA"/>
          </a:solidFill>
          <a:ln w="12700">
            <a:solidFill>
              <a:srgbClr val="FF77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9C5BB"/>
          </a:solidFill>
          <a:ln w="12700">
            <a:solidFill>
              <a:srgbClr val="39C5B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2026-06-21T15:08:33Z</dcterms:created>
  <dcterms:modified xsi:type="dcterms:W3CDTF">2026-06-21T15:08:33Z</dcterms:modified>
</cp:coreProperties>
</file>