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39C5BB">
              <a:alpha val="12000"/>
            </a:srgbClr>
          </a:solidFill>
          <a:ln w="12700">
            <a:solidFill>
              <a:srgbClr val="39C5B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188720"/>
            <a:ext cx="2377440" cy="320040"/>
          </a:xfrm>
          <a:prstGeom prst="roundRect">
            <a:avLst>
              <a:gd name="adj" fmla="val 42857"/>
            </a:avLst>
          </a:prstGeom>
          <a:solidFill>
            <a:srgbClr val="FF77A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SKILL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Skills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CJK-aware PPTX Generation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97280" cy="54864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3291840"/>
            <a:ext cx="320040" cy="54864"/>
          </a:xfrm>
          <a:prstGeom prst="rect">
            <a:avLst/>
          </a:prstGeom>
          <a:solidFill>
            <a:srgbClr val="FF77AA"/>
          </a:solidFill>
          <a:ln w="12700">
            <a:solidFill>
              <a:srgbClr val="FF77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FF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ppt-skills · github.com/CacinieP/ppt-skills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73152"/>
            <a:ext cx="9144000" cy="22860"/>
          </a:xfrm>
          <a:prstGeom prst="rect">
            <a:avLst/>
          </a:prstGeom>
          <a:solidFill>
            <a:srgbClr val="FF77AA"/>
          </a:solidFill>
          <a:ln w="12700">
            <a:solidFill>
              <a:srgbClr val="FF77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FF77AA"/>
          </a:solidFill>
          <a:ln w="12700">
            <a:solidFill>
              <a:srgbClr val="FF77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" cy="45720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298448"/>
            <a:ext cx="274320" cy="45720"/>
          </a:xfrm>
          <a:prstGeom prst="rect">
            <a:avLst/>
          </a:prstGeom>
          <a:solidFill>
            <a:srgbClr val="FF77AA"/>
          </a:solidFill>
          <a:ln w="12700">
            <a:solidFill>
              <a:srgbClr val="FF77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PPTX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.pptx output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slide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828800"/>
            <a:ext cx="548640" cy="54864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CJK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Chinese-First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YaHei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full-width punctuation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E6F8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Images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Image 2 / Nano Banana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ratio matching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707B"/>
                </a:solidFill>
              </a:rPr>
              <a:t>PPT Skills · Demo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234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707B"/>
                </a:solidFill>
              </a:rPr>
              <a:t>2 /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73152"/>
            <a:ext cx="9144000" cy="22860"/>
          </a:xfrm>
          <a:prstGeom prst="rect">
            <a:avLst/>
          </a:prstGeom>
          <a:solidFill>
            <a:srgbClr val="FF77AA"/>
          </a:solidFill>
          <a:ln w="12700">
            <a:solidFill>
              <a:srgbClr val="FF7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QA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20040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8FF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preset palettes pass WCAG AA contrast checks.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8FF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pairs tested. 0 failures.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Tested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9C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12648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7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73152"/>
            <a:ext cx="9144000" cy="22860"/>
          </a:xfrm>
          <a:prstGeom prst="rect">
            <a:avLst/>
          </a:prstGeom>
          <a:solidFill>
            <a:srgbClr val="FF77AA"/>
          </a:solidFill>
          <a:ln w="12700">
            <a:solidFill>
              <a:srgbClr val="FF7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9C5BB"/>
          </a:solidFill>
          <a:ln w="12700">
            <a:solidFill>
              <a:srgbClr val="39C5B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2026-08-22T11:44:24Z</dcterms:created>
  <dcterms:modified xsi:type="dcterms:W3CDTF">2026-08-22T11:44:24Z</dcterms:modified>
</cp:coreProperties>
</file>